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3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0 24575,'-13'35'0,"-1"38"0,3 0 0,-2 114 0,12-153 0,-3 0 0,-10 52 0,-1-1 0,-2 32 0,11-64 0,1-18 0,-1 46 0,7 69-1365,-1-135-5461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3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0 24575,'30'0'0,"42"5"0,-63-3 0,1-1 0,-1 2 0,1-1 0,-1 1 0,0 1 0,0 0 0,0 0 0,12 8 0,-19-10 0,0 0 0,0 0 0,0 0 0,0 1 0,0-1 0,-1 0 0,1 1 0,-1 0 0,1-1 0,-1 1 0,0 0 0,0-1 0,0 1 0,0 0 0,-1 0 0,1 0 0,-1 5 0,1 8 0,-1 0 0,-2 19 0,1-7 0,1 55 0,-1 53 0,0-133 0,0 0 0,0 0 0,0 0 0,0 0 0,0 0 0,0 0 0,-1 0 0,1-1 0,-1 1 0,0-1 0,0 1 0,0-1 0,0 1 0,-1-1 0,1 0 0,0 0 0,-1 0 0,1 0 0,-1-1 0,-5 4 0,4-3 0,0 0 0,0 1 0,0-1 0,1 1 0,-1 0 0,1 1 0,0-1 0,0 0 0,-3 5 0,0 0 0,0 0 0,-1 0 0,0-1 0,0 0 0,0 0 0,-1 0 0,0-1 0,-1-1 0,0 1 0,-9 4 0,-31 21 0,44-28 0,0 0 0,0 0 0,0-1 0,0 0 0,0 0 0,0 0 0,0 0 0,-1-1 0,1 0 0,-11 1 0,-6-1 0,-33-3 0,17 0 0,-9 3 0,-40-3 0,85 2-105,0 0 0,0 0 0,1-1 0,-1 1 0,0-1 0,0 1 0,1-1 0,-1 0 0,1 1 0,-1-1 0,1 0 0,-3-2 0,-3-4-6721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4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24575,'0'61'0,"10"64"0,-3-39 0,-5 133 0,-4-103 0,3-84 0,0-22 0,0-1 0,-1 1 0,0-1 0,-1 1 0,0 0 0,0-1 0,-1 0 0,-4 11 0,6-19 0,0 0 0,-1 0 0,1 1 0,-1-1 0,0 0 0,1 0 0,-1 0 0,0 0 0,0 0 0,1-1 0,-1 1 0,0 0 0,0 0 0,0 0 0,0-1 0,0 1 0,-2 0 0,3-1 0,-1 1 0,0-1 0,0 0 0,0 0 0,1 0 0,-1 0 0,0 0 0,0 0 0,1-1 0,-1 1 0,0 0 0,0 0 0,1-1 0,-1 1 0,0 0 0,1 0 0,-1-1 0,0 1 0,1-1 0,-2 0 0,0-1 0,-1-1 0,1 1 0,0-1 0,0 0 0,0 1 0,0-1 0,1 0 0,-1 0 0,1 0 0,-2-7 0,1 4 0,0-1 0,1 0 0,-1 0 0,2 1 0,-1-1 0,1 0 0,0 0 0,0 0 0,1 0 0,0 0 0,1 0 0,-1 1 0,1-1 0,0 0 0,1 1 0,-1-1 0,2 1 0,-1 0 0,0 0 0,7-7 0,14-23 0,-18 26 0,0 1 0,0 0 0,1 0 0,0 0 0,16-13 0,-9 11 0,0 0 0,2 0 0,-1 2 0,1 0 0,0 0 0,1 2 0,0 0 0,34-9 0,-50 16 0,24-6 0,0 2 0,1 0 0,30 1 0,-29 2-118,-14 1-38,0-1 0,1 2 0,-1 0 1,0 0-1,0 1 0,0 1 0,24 8 0,-25-6-6670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6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492 104 24575,'-8'-1'0,"0"0"0,0-1 0,0 0 0,0 0 0,1-1 0,-1 1 0,1-2 0,0 1 0,0-1 0,-10-7 0,7 5 0,-1 0 0,0 0 0,-20-6 0,-6 0 0,20 6 0,1 1 0,-1 1 0,0 0 0,-1 1 0,-25-1 0,30 4 0,5 0 0,0 0 0,0 0 0,1 1 0,-12 2 0,17-3 0,0 1 0,0 0 0,0-1 0,0 1 0,1 0 0,-1 0 0,0 0 0,0 0 0,1 1 0,-1-1 0,0 0 0,1 1 0,-1-1 0,1 1 0,0-1 0,0 1 0,-1 0 0,1-1 0,0 1 0,0 0 0,-1 3 0,-27 71 0,22-52 0,1 0 0,1 0 0,-2 30 0,0-7 0,3-31 0,2 1 0,-1 22 0,2-16 0,0-14 0,0-1 0,1 0 0,0 1 0,1-1 0,0 0 0,4 16 0,-4-22 0,0 0 0,0 0 0,0 0 0,1 0 0,-1 0 0,1 0 0,-1-1 0,1 1 0,0-1 0,0 1 0,-1-1 0,1 0 0,0 0 0,0 0 0,0 0 0,0 0 0,3 1 0,43 9 0,-21-5 0,30 6 0,-37-8 0,-1 0 0,21 8 0,1-3-1365,-28-7-5461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24575,'21'0'0,"0"0"0,-1 1 0,1 1 0,0 1 0,-1 1 0,27 8 0,-26-4 0,-10-4 0,0 0 0,1 0 0,-1-1 0,0-1 0,1 0 0,14 1 0,-24-3 0,12 1 0,1-1 0,-1-1 0,0 0 0,26-6 0,-35 6 0,-1-1 0,1 0 0,-1 0 0,0 0 0,0 0 0,0-1 0,0 0 0,0 1 0,-1-1 0,1-1 0,-1 1 0,0-1 0,0 1 0,0-1 0,0 0 0,-1 0 0,0 0 0,4-8 0,44-104 0,-30 87-1365,-14 21-5461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18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24575,'7'0'0,"-1"0"0,0 1 0,1-1 0,-1 2 0,0-1 0,0 0 0,1 1 0,-1 0 0,0 1 0,-1-1 0,1 1 0,0 0 0,-1 1 0,0-1 0,0 1 0,0 0 0,0 0 0,7 9 0,-4-4 0,0 0 0,0 1 0,-1 0 0,0 0 0,10 23 0,-3-7 0,-9-18 0,0 1 0,-1 0 0,0-1 0,0 2 0,-1-1 0,0 0 0,-1 0 0,2 15 0,5 46 0,-1-24 0,-5-27 0,10 32 0,-9-36 0,0 0 0,0 1 0,1 20 0,-5-31 0,0 1 0,1-1 0,-1 1 0,1-1 0,1 0 0,-1 1 0,1-1 0,0 0 0,0 0 0,1 0 0,-1 0 0,1-1 0,0 1 0,0-1 0,5 5 0,-6-6 0,0 1 0,0-1 0,0 0 0,0 1 0,-1-1 0,1 1 0,-1 0 0,0 0 0,0-1 0,0 1 0,-1 0 0,1 5 0,-1-4 0,1 1 0,0-1 0,0 0 0,1 0 0,3 10 0,13 24 0,-13-24 0,2 0 0,0-1 0,12 20 0,-16-31 0,-1 0 0,1 0 0,0 1 0,0-2 0,0 1 0,0 0 0,0 0 0,0-1 0,1 0 0,-1 0 0,1 0 0,0 0 0,0 0 0,0-1 0,-1 0 0,1 1 0,8 0 0,-2-1 0,1 0 0,-1-1 0,0 0 0,18-2 0,-25 1 0,0 0 0,1 0 0,-1 0 0,0 0 0,0 0 0,1-1 0,-1 1 0,0-1 0,0 0 0,-1 0 0,1 0 0,0 0 0,-1-1 0,1 1 0,-1-1 0,0 1 0,4-5 0,30-51 0,44-92 0,-76 141 0,1 0 0,1 1 0,-1-1 0,12-11 0,-11 13 0,1-1 0,-2 0 0,1 0 0,8-17 0,1-14 0,-8 19 0,1 1 0,20-34 0,-22 42-1365,-1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24575,'0'573'0,"1"-562"0,1 1 0,0-1 0,0 0 0,1 0 0,0 0 0,1-1 0,6 13 0,-4-8 0,0 1 0,5 21 0,-4 2 0,-2 0 0,-1 1 0,-3 43 0,-1-56 0,0 0 0,-3 0 0,0-1 0,-1 1 0,-2-1 0,-11 34 0,12-47 0,2 1 0,-1-1 0,2 1 0,0 0 0,-1 18 0,7 70 0,-3-80 0,-1-18-1365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2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24575,'-1'2'0,"-1"0"0,0 1 0,0-1 0,0 0 0,0 0 0,-1 0 0,1 0 0,-1 0 0,1-1 0,-1 1 0,1-1 0,-4 2 0,0 0 0,-2 2 0,0 0 0,0 0 0,1 1 0,-1 0 0,1 0 0,-12 15 0,12-14 0,1 0 0,-1 0 0,0-1 0,-11 8 0,9-8 0,2 0 0,-1 0 0,-12 14 0,14-13-170,-1-1-1,1 0 0,-2 0 1,1-1-1,-1 1 0,1-2 1,-11 5-1,8-4-6655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24575,'9'-1'0,"1"1"0,-1 0 0,1 1 0,-1 0 0,1 0 0,-1 1 0,0 1 0,0-1 0,0 1 0,0 1 0,0-1 0,-1 2 0,1-1 0,8 7 0,-5-3 0,0 0 0,1-1 0,22 9 0,-20-10 0,0 2 0,23 13 0,-27-13 0,1 0 0,0-1 0,0 0 0,1-2 0,0 1 0,0-1 0,21 4 0,6 2 0,0 2 0,67 30 0,-55-28 0,-45-14 0,1 0 0,-1 1 0,0 0 0,0 0 0,0 0 0,0 1 0,-1 1 0,1-1 0,-1 1 0,8 5 0,-13-7 6,1 0 0,-1 0 0,1 0 0,-1 0 0,0 0 0,1 1 1,-1-1-1,0 0 0,-1 1 0,1-1 0,0 1 0,-1-1 0,1 4 0,-1 35-689,0-32-84,-1 6-6059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610 1 24575,'-374'0'0,"365"0"0,0 0 0,-1 1 0,1 0 0,0 0 0,0 1 0,0 1 0,0-1 0,1 2 0,-1-1 0,1 1 0,0 0 0,0 1 0,0 0 0,0 0 0,-10 10 0,-9 5 0,20-15 0,0 0 0,0 0 0,1 1 0,-1 0 0,-7 10 0,12-14 0,1 1 0,-1-1 0,1 1 0,0-1 0,0 1 0,0 0 0,0-1 0,0 1 0,1 0 0,-1-1 0,1 1 0,0 0 0,0 0 0,0 0 0,0 0 0,0-1 0,0 1 0,1 0 0,0 0 0,-1-1 0,3 5 0,-1-1 0,1-1 0,0 1 0,0-1 0,1 0 0,-1 0 0,1 0 0,0-1 0,8 8 0,42 30 0,-18-15 0,-18-11 0,0-1 0,2-1 0,-1-1 0,2-1 0,36 16 0,-39-19 0,0 0 0,0 1 0,-1 1 0,0 1 0,-1 0 0,-1 1 0,0 1 0,20 24 0,-29-32 0,1-1 0,0 1 0,-1-1 0,1-1 0,1 1 0,-1-1 0,1 0 0,0-1 0,0 0 0,0 0 0,0-1 0,0 0 0,11 2 0,12-1 0,0-1 0,41-2 0,-32-1 0,10 1-1365,-35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5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 24575,'-2'-2'0,"-2"7"0,-3 11 0,4 8 0,0-1 0,2 1 0,1 0 0,3 31 0,-1-46 0,0 1 0,0-1 0,1 0 0,5 12 0,-5-12 0,1 0 0,-1 0 0,-1 0 0,3 15 0,-3-6 0,1-1 0,10 29 0,-7-25 0,4 28 0,-9-42 0,0-1 0,0 1 0,1 0 0,0-1 0,0 1 0,0-1 0,4 7 0,-4-11 0,0 1 0,0 0 0,0-1 0,1 1 0,-1-1 0,1 0 0,-1 1 0,1-1 0,0-1 0,0 1 0,0 0 0,0-1 0,0 1 0,0-1 0,7 2 0,8 1 0,2-1 0,-1-1 0,0-1 0,0 0 0,26-3 0,2 0 0,-42 2 0,0 0 0,-1-1 0,1 1 0,0-1 0,0-1 0,-1 1 0,1 0 0,-1-1 0,1 0 0,-1 0 0,1-1 0,-1 1 0,0-1 0,0 0 0,-1 0 0,1 0 0,0 0 0,-1-1 0,0 0 0,5-6 0,-2 0 0,0 0 0,-1 0 0,0-1 0,-1 1 0,0-1 0,0 0 0,2-18 0,12-73 0,-16 87 0,2 1 0,0 0 0,0 0 0,2 0 0,-1 0 0,12-18 0,-3 4 0,-11 20 0,0-2 0,-1 1 0,0 0 0,-1 0 0,0-1 0,0 1 0,-1 0 0,-1-15 0,1 23 0,1 24 0,7 35 0,17 123 0,-25-176-68,0-1 0,0 0-1,1 0 1,0 0 0,-1 0 0,2 0-1,-1 1 1,0-2 0,1 1 0,0 0-1,0 0 1,0 0 0,0-1 0,1 1-1,-1-1 1,1 0 0,0 0 0,0 0-1,4 4 1,4-3-6758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4:2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24575,'8'100'0,"1"2"0,-10 370 0,0-452 0,-1 0 0,-1 0 0,-8 28 0,6-28 0,1 0 0,0 1 0,0 28 0,5 79 0,-1-128 0,0 0 0,0 0 0,0-1 0,0 1 0,0 0 0,-1 0 0,1 0 0,0 0 0,0 0 0,0 0 0,0 0 0,0 0 0,0 0 0,0 0 0,0 0 0,0 0 0,0 0 0,0 0 0,0 0 0,0 0 0,0 0 0,0 0 0,0 0 0,0 0 0,0 0 0,-1 0 0,1 0 0,0 0 0,0 0 0,0 1 0,0-1 0,0 0 0,0 0 0,0 0 0,0 0 0,0 0 0,0 0 0,0 0 0,0 0 0,0 0 0,0 0 0,0 0 0,0 0 0,0 0 0,0 0 0,0 0 0,0 0 0,0 0 0,0 0 0,0 0 0,0 0 0,0 0 0,0 0 0,0 1 0,-4-9 0,-4-11 0,5-14 0,0 1 0,4-55 0,1 27 0,-2 50 0,1-1 0,0 0 0,1 1 0,0-1 0,1 1 0,0 0 0,1 0 0,6-13 0,5-6 0,26-36 0,-22 36 0,-7 10 0,-10 14 0,1 0 0,0 0 0,0 1 0,0-1 0,0 1 0,1 0 0,0 0 0,0 0 0,6-4 0,5-1 0,1 0 0,1 0 0,-1 2 0,1 0 0,1 1 0,-1 1 0,1 0 0,0 1 0,31-2 0,-2-2 0,-31 5 0,1 1 0,21-2 0,249 5-1365,-273-1-5461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0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24575,'2'31'0,"1"-1"0,9 42 0,-5-40 0,-2-1 0,0 36 0,14 119 0,-5-66 0,4 153 0,-1-52-245,0 63-112,-9-136 986,0 8-2021,-8-141-5434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08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24575,'-5'0'0,"0"1"0,0 0 0,0 0 0,0 0 0,0 1 0,0-1 0,1 1 0,-1 1 0,1-1 0,-1 0 0,1 1 0,-7 6 0,3-3 0,1 0 0,0 1 0,1 0 0,0 0 0,-10 16 0,7-11 0,0-1 0,0 1 0,-17 15 0,17-19 0,0 1 0,1 0 0,0 1 0,0-1 0,-10 20 0,15-24-46,-1 0 1,1 1-1,-1-1 0,-1-1 0,1 1 1,-1-1-1,1 0 0,-1 0 0,-6 4 1,2-1-863,-3 2-5918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08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24575,'30'0'0,"-11"-1"0,1 1 0,-1 0 0,1 2 0,-1 0 0,0 1 0,37 12 0,-3 6 0,-1 3 0,-2 2 0,50 35 0,-41-25 0,-28-17 0,35 26 0,-21-16 0,-34-22 0,0 0 0,0 0 0,11 11 0,1 3-66,-4-3-583,21 23-1,-33-33-6176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09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24575,'84'-1'0,"248"12"0,-180-3 0,4 1 0,-109-6 0,53-2 0,24 2 0,-84 6-1365,-29-5-5461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10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24575,'-1'101'0,"3"110"0,3-163 0,17 73 0,1 8 0,-7 277 0,-16-177-1365,0-214-5461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11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1 537 24575,'489'0'0,"-483"-1"0,0 1 0,0-1 0,-1 0 0,1 0 0,0-1 0,-1 0 0,1 0 0,-1 0 0,0 0 0,0-1 0,0 0 0,0 0 0,0 0 0,0-1 0,6-7 0,4-4 0,-1-1 0,23-35 0,-28 39 0,-6 7 0,0 0 0,-1-1 0,1 1 0,-1-1 0,-1 1 0,1-1 0,0 0 0,-1 1 0,0-1 0,0-7 0,-1-10 0,-2-30 0,0 11 0,2 22 0,1 12 0,-1-1 0,0 1 0,-1-1 0,-2-9 0,2 15 0,1 0 0,-1 1 0,-1-1 0,1 0 0,0 1 0,-1-1 0,1 0 0,-1 1 0,0 0 0,0-1 0,0 1 0,0 0 0,0 0 0,0 0 0,0 1 0,-4-3 0,-10-6 0,-1 0 0,0 1 0,0 1 0,-1 0 0,0 1 0,-1 2 0,1 0 0,-27-4 0,-57-8 0,58 11 0,28 3 0,-1 1 0,1 0 0,-24 1 0,34 2 0,1-1 0,-1 1 0,1 1 0,-1-1 0,1 1 0,-1 0 0,1 0 0,0 0 0,0 1 0,0 0 0,0 0 0,0 0 0,1 0 0,-5 5 0,4-3 0,0-1 0,1 1 0,0 0 0,0 1 0,0-1 0,0 1 0,1 0 0,-5 12 0,4-7 0,1 1 0,1-1 0,-3 25 0,-2 12 0,4-29 0,-2 36 0,6 1 0,3 0 0,19 98 0,-17-114 0,-4-26 0,0-1 0,1 0 0,0 1 0,1-1 0,0-1 0,11 22 0,-8-23 0,-4-4 0,0 0 0,1-1 0,0 0 0,1 1 0,-1-2 0,1 1 0,0 0 0,1-1 0,-1 0 0,12 7 0,9 7 0,-20-14 0,1 0 0,-1 0 0,1-1 0,11 5 0,26 12 0,-35-16 0,0 0 0,1 0 0,0-1 0,0-1 0,0 0 0,0 0 0,12 1 0,-2-2 0,49 7 0,-50-4 0,29 11 0,-14-4 0,-23-9-123,0-1 0,1 0 0,-1-1 0,0 0 0,18-2 0,-21 1-504,7 0-6199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1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18 237 24575,'1'16'0,"1"0"0,1-1 0,0 1 0,11 30 0,4 20 0,-3 59 0,-10-65 0,1 4 0,-5 123 0,-4-146 0,-2 1 0,-2-1 0,-2-1 0,-14 41 0,9-22 0,11-44 0,0 0 0,-1-1 0,-7 18 0,8-61 0,2-40-283,4 0-1,19-116 0,53-134 105,-55 254 159,2 2 0,58-114-1,-54 128 385,2 1 0,42-55-1,-66 98-363,0 0 0,1 1 0,-1-1 0,1 1 0,0 0 0,0 0 0,0 0 0,1 1 0,-1 0 0,10-4 0,-12 6 0,0 0 0,0 1 0,0-1 0,0 1 0,1-1 0,-1 1 0,0 0 0,0 0 0,0 1 0,1-1 0,-1 1 0,0-1 0,0 1 0,0 0 0,0 0 0,0 1 0,0-1 0,0 0 0,0 1 0,-1 0 0,1 0 0,4 3 0,1 4 0,1-1 0,-1 1 0,0 1 0,-1-1 0,0 1 0,-1 1 0,0-1 0,6 16 0,32 97 0,-34-90 0,16 47 0,-4 1 0,12 90 0,-30-142 0,3 19 0,1 76 0,-7-81 0,0-17 0,-2 28 0,0-47 0,0-1 0,0 1 0,0-1 0,-1 1 0,0-1 0,0 0 0,-1 0 0,1 1 0,-5 6 0,6-13 0,1 1 0,-1 0 0,1 0 0,-1 0 0,1-1 0,-1 1 0,1 0 0,-1 0 0,0-1 0,1 1 0,-1 0 0,0-1 0,1 1 0,-1-1 0,0 1 0,0-1 0,0 0 0,0 1 0,0-1 0,1 0 0,-3 1 0,2-1 0,1-1 0,-1 1 0,1 0 0,-1-1 0,1 1 0,-1 0 0,0-1 0,1 1 0,0-1 0,-1 1 0,1-1 0,-1 1 0,1-1 0,-1 0 0,1 1 0,0-1 0,0 1 0,-1-1 0,1 0 0,0 1 0,0-2 0,-2-6 0,0 0 0,1 1 0,0-15 0,2-18 0,1 1 0,2-1 0,1 1 0,3 0 0,1 1 0,1 0 0,20-44 0,-8 27 0,3 0 0,2 2 0,41-59 0,-14 42 0,11-18 0,-62 83 0,0 0 0,0 0 0,1 0 0,0 0 0,0 1 0,0 0 0,0 0 0,1 0 0,-1 0 0,1 0 0,0 1 0,1 0 0,-1 0 0,0 1 0,1-1 0,-1 1 0,1 0 0,0 1 0,0-1 0,0 1 0,0 0 0,0 1 0,8-1 0,0 1 0,0 0 0,0 1 0,-1 1 0,1 0 0,0 1 0,-1 0 0,0 1 0,0 1 0,25 11 0,-25-8 0,-4-4 0,1 1 0,-1 0 0,-1 0 0,1 1 0,-1 0 0,0 1 0,0 0 0,-1 0 0,0 0 0,7 11 0,20 30 0,-22-33 0,-2 0 0,1 0 0,-2 1 0,0 1 0,8 22 0,-10-13 0,-1 1 0,-2 0 0,3 46 0,-4-39 0,4 371 0,-9-240 0,2 7-1365,0-158-5461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12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24575,'7'35'0,"-1"-8"0,-2 2 0,14 219 0,-19 594-1020,-38-394 726,33-402 287,-5 35 120,-31 216 831,37-270-741,-1 1-183,2 1 1,-2 39-1,5-46-20,-6 32 0,4-32 0,-2 31 0,4-38 0,0-1 0,-5 19 0,-2 21 0,8-51 0,0 1 0,-1-1 0,1 0 0,-1 0 0,0 0 0,0 0 0,0 0 0,0-1 0,-1 1 0,1 0 0,-3 4 0,3-6 0,1-1 0,-1 0 0,1 1 0,0-1 0,-1 1 0,1-1 0,-1 0 0,1 1 0,-1-1 0,1 0 0,-1 0 0,1 1 0,-1-1 0,0 0 0,1 0 0,-1 0 0,1 0 0,-1 0 0,0 0 0,1 0 0,-1 0 0,1 0 0,-1 0 0,0 0 0,-1-1 0,1 1 0,-1-1 0,1 0 0,0 0 0,0 0 0,-1 0 0,1 0 0,0 0 0,0 0 0,0 0 0,0 0 0,0 0 0,0-1 0,0-1 0,-5-6 14,1-1-1,1 0 0,0 0 1,0 0-1,1-1 1,0 0-1,-2-18 0,-1-79-1121,5 98 744,1-24-6462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2:46:13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 24575,'66'-1'0,"71"2"0,-116 2 0,40 11 0,-44-9 0,0-1 0,0-1 0,34 2 0,-37-4 0,0 0 0,0 0 0,-1 2 0,1 0 0,-1 0 0,15 7 0,6 4 0,34 20 0,-32-20 0,-31-12 0,1-1 0,-1 1 0,0 0 0,0 1 0,0-1 0,0 1 0,0 0 0,-1 0 0,1 1 0,-1-1 0,8 9 0,-5-4 0,0 1 0,1-1 0,9 7 0,-12-11 0,0 0 0,-1 1 0,1-1 0,-1 1 0,0 0 0,0 0 0,0 0 0,-1 1 0,0 0 0,0-1 0,4 12 0,2 12 0,-1 1 0,-2-1 0,-1 1 0,1 45 0,-6-45 0,-4 136 0,1-135 0,-1 0 0,-1 0 0,-13 39 0,-35 82 0,51-148 0,1-1 0,-1 0 0,0 0 0,0 0 0,0 0 0,0 0 0,-1 0 0,1 0 0,-1-1 0,0 1 0,1-1 0,-1 0 0,0 0 0,0 0 0,-1 0 0,1 0 0,-4 1 0,-6 1 0,0 0 0,-1-1 0,-18 2 0,20-3 0,1 0 0,-1 0 0,1 1 0,-19 7 0,13-3 0,0-1 0,0-1 0,0-1 0,-35 4 0,31-4 0,-66 10 0,71-12 0,0 0 0,0 0 0,-26-2 0,-13 1 0,50 0 0,-1 0 0,1 0 0,-1 1 0,1 0 0,0 0 0,-8 4 0,7-3 0,0 0 0,0-1 0,0 1 0,-10 1 0,-22 4-20,16-4-653,-35 4 1,43-8-6154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3:03:13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700DC-C0CB-BDA1-6BF0-1DD08B10B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E8C64E-FD03-EF3B-EFF3-E25C1616E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CB073-1B3F-C304-79D2-D6A6023B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79909-32CD-5A80-95AA-DDF80DB7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3417F-6F61-76E6-A054-AAA6AF57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05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66F1E-7AB7-BFF5-BBF2-8F900A6B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DCE7D-5F80-CCD8-1E67-305C3B0EF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6F7F1-77F6-D351-39FA-230747AD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75021E-17A2-D6D2-D244-43088CC8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275E6-D749-54A8-29EC-5D102060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5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B79F46-26C1-3614-B343-B73D08F5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35124C-20F1-81A0-77DA-7ACED20D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5B16-FB8C-B992-D0AE-6534DAEA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3D9C4-544A-4083-9883-3EAE3825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E0D417-DD07-A5FD-3593-86CB9D25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6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083A9-45D7-DB95-1786-1F77E8C2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D38B4A-0CFE-297E-644A-8DE083DB0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D8AD3F-7E93-F555-840C-1CA176480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CC3D1-38FE-F42E-1F76-769C87B72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0BBC15-37A4-9B4D-C3AF-C4915021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F32926-5D8D-1BF1-33C2-A6209D06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40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7FC67-B598-2E8D-B62D-5E06B357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5DF311-48C7-BD99-3C64-7222E07C7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D8BC9-BA7D-01BA-BBE0-EDA0B694F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BD8B39-760C-56FF-F1CC-3FA572064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F790AF-A47F-C9CC-710C-6B04DF2F8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119ACD-1293-C198-8C5E-A43AF834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7149C6-0451-505A-D4D7-316E61E5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790FCB8-EC41-9572-A504-41FDE43E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71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3534-2B6A-F162-E1C0-23C7BED3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2505EC-F321-9E71-C515-1C62C3208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96DE8B-0A2B-A973-EE05-07D13690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1B700F-90B2-B0C1-B434-5AF34E7D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1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1BDA44-2EE0-3C23-9B9F-EAF6C7C3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691FB1-72EF-75BC-87BD-8A8A864D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0BBD3-D697-EBE0-D1D6-D1BA34D5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62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9A5B8-9D92-9BF9-BF51-1CC8ABF1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C2F581-3BA0-4A88-D686-26DB9125F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92BDB4-7FB9-D199-DE52-F3557130B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824FD4-181C-73B5-4817-7552178E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7E93A0-B998-6AC9-32E3-A50DCA15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E76736-CA6D-9E9F-DF72-09A7AE40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882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A86A1-8EED-F35A-FAF3-A3A068F4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1A03C2-BCB4-DDBD-B39C-BEE19D240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5B4E7B-8D7C-3E5A-E178-E40E7269F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DC54D4-7922-C265-03B3-9BD2021F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671191-DB99-9F23-5943-98D14CE43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431BC1-185A-A6BD-4337-073FB2DA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43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6CECF-0AB9-14AE-1036-03C006A7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EBC25A-C129-74FF-3BFC-E32F2B333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CE51E-FB4B-D7AD-1131-DFC61369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C7D9E-9E5C-2622-F84A-4568DEEA6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E61460-E2C1-C811-C170-F1FF799A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923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696FD7-14EA-3839-5895-00C13E520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57869A-9F37-1EE8-1EDF-C37C33FF9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9023AE-9C12-6E2C-AB7F-7A4C75DF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F4750-0476-766C-E1E4-A1773D62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B3D83-C115-581B-8BD6-64739288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2DF82D-C496-255D-02C1-AC950B63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EA440-DEC8-B2F7-A903-5BFE8900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A0F011-DC06-E4EF-2B22-617AF9CED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AB520-676F-4D07-94AE-7A58F91B1095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018F4-3F67-8E59-0F0E-7317E4CE5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46E34-0F98-2DCA-DE30-9E8B831B3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BBA6D-E71D-4B93-B479-0A1052B26D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24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4CBC30A-9626-06C1-0CEB-EC5A1FB29C31}"/>
              </a:ext>
            </a:extLst>
          </p:cNvPr>
          <p:cNvSpPr/>
          <p:nvPr/>
        </p:nvSpPr>
        <p:spPr>
          <a:xfrm>
            <a:off x="1080930" y="1090004"/>
            <a:ext cx="817510" cy="660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F393D3D-D84C-A653-F166-98A0E88D4011}"/>
              </a:ext>
            </a:extLst>
          </p:cNvPr>
          <p:cNvSpPr/>
          <p:nvPr/>
        </p:nvSpPr>
        <p:spPr>
          <a:xfrm>
            <a:off x="5430004" y="1111201"/>
            <a:ext cx="817510" cy="660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D4B07CB-59E1-01D5-EA43-884EFBDBDE21}"/>
              </a:ext>
            </a:extLst>
          </p:cNvPr>
          <p:cNvSpPr/>
          <p:nvPr/>
        </p:nvSpPr>
        <p:spPr>
          <a:xfrm>
            <a:off x="3295396" y="1090004"/>
            <a:ext cx="817510" cy="660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D8AFAB1-0676-B447-FDF4-CB9A60E9FA73}"/>
              </a:ext>
            </a:extLst>
          </p:cNvPr>
          <p:cNvSpPr/>
          <p:nvPr/>
        </p:nvSpPr>
        <p:spPr>
          <a:xfrm>
            <a:off x="7818702" y="1090003"/>
            <a:ext cx="817510" cy="660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6D798B7-DAB1-512D-F92E-2F29D7283373}"/>
              </a:ext>
            </a:extLst>
          </p:cNvPr>
          <p:cNvSpPr/>
          <p:nvPr/>
        </p:nvSpPr>
        <p:spPr>
          <a:xfrm>
            <a:off x="10351088" y="1111201"/>
            <a:ext cx="817510" cy="6600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5C1691-344D-56F9-F438-422D6DFA841D}"/>
              </a:ext>
            </a:extLst>
          </p:cNvPr>
          <p:cNvCxnSpPr/>
          <p:nvPr/>
        </p:nvCxnSpPr>
        <p:spPr>
          <a:xfrm>
            <a:off x="2149748" y="1441233"/>
            <a:ext cx="1029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F12C83E-1244-0AE7-7381-792B58C9E27B}"/>
              </a:ext>
            </a:extLst>
          </p:cNvPr>
          <p:cNvCxnSpPr/>
          <p:nvPr/>
        </p:nvCxnSpPr>
        <p:spPr>
          <a:xfrm>
            <a:off x="4218879" y="1448293"/>
            <a:ext cx="1029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F94186E-7834-AB72-DED6-36528FC4FD65}"/>
              </a:ext>
            </a:extLst>
          </p:cNvPr>
          <p:cNvCxnSpPr/>
          <p:nvPr/>
        </p:nvCxnSpPr>
        <p:spPr>
          <a:xfrm>
            <a:off x="6503746" y="1448293"/>
            <a:ext cx="1029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C13C63A-0BB2-C648-4E40-79C751C0209A}"/>
              </a:ext>
            </a:extLst>
          </p:cNvPr>
          <p:cNvCxnSpPr/>
          <p:nvPr/>
        </p:nvCxnSpPr>
        <p:spPr>
          <a:xfrm>
            <a:off x="8956275" y="1448293"/>
            <a:ext cx="1029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74F3480-72F8-8E8C-6F11-3BD12C8532E0}"/>
              </a:ext>
            </a:extLst>
          </p:cNvPr>
          <p:cNvCxnSpPr>
            <a:cxnSpLocks/>
          </p:cNvCxnSpPr>
          <p:nvPr/>
        </p:nvCxnSpPr>
        <p:spPr>
          <a:xfrm flipV="1">
            <a:off x="532896" y="2204238"/>
            <a:ext cx="0" cy="442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0E892E2-A6E6-5424-B255-371ECEBFC0EA}"/>
              </a:ext>
            </a:extLst>
          </p:cNvPr>
          <p:cNvGrpSpPr/>
          <p:nvPr/>
        </p:nvGrpSpPr>
        <p:grpSpPr>
          <a:xfrm>
            <a:off x="163934" y="2936534"/>
            <a:ext cx="882720" cy="442080"/>
            <a:chOff x="163934" y="2936534"/>
            <a:chExt cx="8827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8834C4A-1701-BC62-0C30-161A2C121E82}"/>
                    </a:ext>
                  </a:extLst>
                </p14:cNvPr>
                <p14:cNvContentPartPr/>
                <p14:nvPr/>
              </p14:nvContentPartPr>
              <p14:xfrm>
                <a:off x="205334" y="2997374"/>
                <a:ext cx="43200" cy="3812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8834C4A-1701-BC62-0C30-161A2C121E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214" y="2991254"/>
                  <a:ext cx="554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6A0EC34-4290-2DD4-5EE7-D7EFF5304BB2}"/>
                    </a:ext>
                  </a:extLst>
                </p14:cNvPr>
                <p14:cNvContentPartPr/>
                <p14:nvPr/>
              </p14:nvContentPartPr>
              <p14:xfrm>
                <a:off x="163934" y="2961014"/>
                <a:ext cx="207000" cy="2257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6A0EC34-4290-2DD4-5EE7-D7EFF5304B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7814" y="2954894"/>
                  <a:ext cx="219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D3CE7EA-6773-414B-F2DC-5FFD69B00EAC}"/>
                    </a:ext>
                  </a:extLst>
                </p14:cNvPr>
                <p14:cNvContentPartPr/>
                <p14:nvPr/>
              </p14:nvContentPartPr>
              <p14:xfrm>
                <a:off x="465254" y="2936534"/>
                <a:ext cx="212760" cy="2710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D3CE7EA-6773-414B-F2DC-5FFD69B00E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9134" y="2930414"/>
                  <a:ext cx="2250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6FFBD32-0E28-0FBC-39FE-6BDC61A05A6F}"/>
                    </a:ext>
                  </a:extLst>
                </p14:cNvPr>
                <p14:cNvContentPartPr/>
                <p14:nvPr/>
              </p14:nvContentPartPr>
              <p14:xfrm>
                <a:off x="573974" y="3002414"/>
                <a:ext cx="177120" cy="1951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6FFBD32-0E28-0FBC-39FE-6BDC61A05A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7854" y="2996294"/>
                  <a:ext cx="189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CE62754-2FCE-D03C-F538-B85B08734F1E}"/>
                    </a:ext>
                  </a:extLst>
                </p14:cNvPr>
                <p14:cNvContentPartPr/>
                <p14:nvPr/>
              </p14:nvContentPartPr>
              <p14:xfrm>
                <a:off x="556694" y="3001334"/>
                <a:ext cx="191880" cy="817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CE62754-2FCE-D03C-F538-B85B08734F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0574" y="2995214"/>
                  <a:ext cx="204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9F6B3871-B914-84BF-7F5B-B948D47D8EFF}"/>
                    </a:ext>
                  </a:extLst>
                </p14:cNvPr>
                <p14:cNvContentPartPr/>
                <p14:nvPr/>
              </p14:nvContentPartPr>
              <p14:xfrm>
                <a:off x="744614" y="2961014"/>
                <a:ext cx="302040" cy="3103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9F6B3871-B914-84BF-7F5B-B948D47D8E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8494" y="2954894"/>
                  <a:ext cx="31428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DF4856D-3A48-B38B-67FB-074921FED3B0}"/>
              </a:ext>
            </a:extLst>
          </p:cNvPr>
          <p:cNvGrpSpPr/>
          <p:nvPr/>
        </p:nvGrpSpPr>
        <p:grpSpPr>
          <a:xfrm>
            <a:off x="1380014" y="2179814"/>
            <a:ext cx="340920" cy="531360"/>
            <a:chOff x="1380014" y="2179814"/>
            <a:chExt cx="34092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4C925D69-D858-4B92-E8AA-8A886E668001}"/>
                    </a:ext>
                  </a:extLst>
                </p14:cNvPr>
                <p14:cNvContentPartPr/>
                <p14:nvPr/>
              </p14:nvContentPartPr>
              <p14:xfrm>
                <a:off x="1471454" y="2210054"/>
                <a:ext cx="24480" cy="5011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4C925D69-D858-4B92-E8AA-8A886E6680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5334" y="2203934"/>
                  <a:ext cx="367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328C1624-036D-D103-E69F-35466D32A77F}"/>
                    </a:ext>
                  </a:extLst>
                </p14:cNvPr>
                <p14:cNvContentPartPr/>
                <p14:nvPr/>
              </p14:nvContentPartPr>
              <p14:xfrm>
                <a:off x="1380014" y="2179814"/>
                <a:ext cx="97560" cy="781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328C1624-036D-D103-E69F-35466D32A7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73894" y="2173694"/>
                  <a:ext cx="109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CF12E2F7-CABB-4AB4-88BF-E4A4340041BE}"/>
                    </a:ext>
                  </a:extLst>
                </p14:cNvPr>
                <p14:cNvContentPartPr/>
                <p14:nvPr/>
              </p14:nvContentPartPr>
              <p14:xfrm>
                <a:off x="1453094" y="2197814"/>
                <a:ext cx="267840" cy="1386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CF12E2F7-CABB-4AB4-88BF-E4A4340041B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6974" y="2191694"/>
                  <a:ext cx="28008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10B13-CAEC-EC07-3F6D-F055C05C1C46}"/>
              </a:ext>
            </a:extLst>
          </p:cNvPr>
          <p:cNvGrpSpPr/>
          <p:nvPr/>
        </p:nvGrpSpPr>
        <p:grpSpPr>
          <a:xfrm>
            <a:off x="1215494" y="3015374"/>
            <a:ext cx="1006200" cy="367920"/>
            <a:chOff x="1215494" y="3015374"/>
            <a:chExt cx="100620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01B9691-F19F-3EC3-5D3A-5A503AD36DE0}"/>
                    </a:ext>
                  </a:extLst>
                </p14:cNvPr>
                <p14:cNvContentPartPr/>
                <p14:nvPr/>
              </p14:nvContentPartPr>
              <p14:xfrm>
                <a:off x="1215494" y="3075854"/>
                <a:ext cx="291600" cy="2131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01B9691-F19F-3EC3-5D3A-5A503AD36D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09374" y="3069734"/>
                  <a:ext cx="3038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0D1B2D8-399B-6821-2187-4398EADCD0F7}"/>
                    </a:ext>
                  </a:extLst>
                </p14:cNvPr>
                <p14:cNvContentPartPr/>
                <p14:nvPr/>
              </p14:nvContentPartPr>
              <p14:xfrm>
                <a:off x="1627334" y="3069014"/>
                <a:ext cx="225360" cy="1962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0D1B2D8-399B-6821-2187-4398EADCD0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21214" y="3062894"/>
                  <a:ext cx="237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0423E43-FF71-72AB-B663-077231FB25FF}"/>
                    </a:ext>
                  </a:extLst>
                </p14:cNvPr>
                <p14:cNvContentPartPr/>
                <p14:nvPr/>
              </p14:nvContentPartPr>
              <p14:xfrm>
                <a:off x="1942694" y="3015374"/>
                <a:ext cx="279000" cy="3679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0423E43-FF71-72AB-B663-077231FB25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36574" y="3009254"/>
                  <a:ext cx="29124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FB0239-2D04-AC04-01EE-9F05094CB306}"/>
              </a:ext>
            </a:extLst>
          </p:cNvPr>
          <p:cNvGrpSpPr/>
          <p:nvPr/>
        </p:nvGrpSpPr>
        <p:grpSpPr>
          <a:xfrm>
            <a:off x="3567374" y="2034374"/>
            <a:ext cx="360720" cy="599760"/>
            <a:chOff x="3567374" y="2034374"/>
            <a:chExt cx="360720" cy="59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DE5C87A-31FC-BE72-2A9B-583338A0E7C5}"/>
                    </a:ext>
                  </a:extLst>
                </p14:cNvPr>
                <p14:cNvContentPartPr/>
                <p14:nvPr/>
              </p14:nvContentPartPr>
              <p14:xfrm>
                <a:off x="3657374" y="2034374"/>
                <a:ext cx="48960" cy="59976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DE5C87A-31FC-BE72-2A9B-583338A0E7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51254" y="2028254"/>
                  <a:ext cx="61200" cy="61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968A5802-98AD-5E94-B9F6-B012F7036D1B}"/>
                    </a:ext>
                  </a:extLst>
                </p14:cNvPr>
                <p14:cNvContentPartPr/>
                <p14:nvPr/>
              </p14:nvContentPartPr>
              <p14:xfrm>
                <a:off x="3567374" y="2113214"/>
                <a:ext cx="108360" cy="10368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968A5802-98AD-5E94-B9F6-B012F7036D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61254" y="2107094"/>
                  <a:ext cx="120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2C0EFA95-7AD7-964D-402B-C302ABACAE1B}"/>
                    </a:ext>
                  </a:extLst>
                </p14:cNvPr>
                <p14:cNvContentPartPr/>
                <p14:nvPr/>
              </p14:nvContentPartPr>
              <p14:xfrm>
                <a:off x="3639014" y="2100254"/>
                <a:ext cx="289080" cy="1479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2C0EFA95-7AD7-964D-402B-C302ABACAE1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32894" y="2094134"/>
                  <a:ext cx="30132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8D87E261-E990-115D-82D0-8748863C5D58}"/>
              </a:ext>
            </a:extLst>
          </p:cNvPr>
          <p:cNvGrpSpPr/>
          <p:nvPr/>
        </p:nvGrpSpPr>
        <p:grpSpPr>
          <a:xfrm>
            <a:off x="3390974" y="2979014"/>
            <a:ext cx="1793160" cy="997560"/>
            <a:chOff x="3390974" y="2979014"/>
            <a:chExt cx="1793160" cy="9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C1737A0-F7E9-DAC7-65A6-9F455EF2FDF1}"/>
                    </a:ext>
                  </a:extLst>
                </p14:cNvPr>
                <p14:cNvContentPartPr/>
                <p14:nvPr/>
              </p14:nvContentPartPr>
              <p14:xfrm>
                <a:off x="3390974" y="2979014"/>
                <a:ext cx="376920" cy="1728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C1737A0-F7E9-DAC7-65A6-9F455EF2FDF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84854" y="2972894"/>
                  <a:ext cx="38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74022A69-E0F3-5A6C-D043-A3A927A73069}"/>
                    </a:ext>
                  </a:extLst>
                </p14:cNvPr>
                <p14:cNvContentPartPr/>
                <p14:nvPr/>
              </p14:nvContentPartPr>
              <p14:xfrm>
                <a:off x="3566294" y="3009254"/>
                <a:ext cx="24840" cy="4539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74022A69-E0F3-5A6C-D043-A3A927A730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60174" y="3003134"/>
                  <a:ext cx="3708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79C4B57-4915-E518-4680-0684389743A6}"/>
                    </a:ext>
                  </a:extLst>
                </p14:cNvPr>
                <p14:cNvContentPartPr/>
                <p14:nvPr/>
              </p14:nvContentPartPr>
              <p14:xfrm>
                <a:off x="3711734" y="3149294"/>
                <a:ext cx="253800" cy="3394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79C4B57-4915-E518-4680-0684389743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5614" y="3143174"/>
                  <a:ext cx="2660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6D73D142-9AEB-53AF-29AE-863220708916}"/>
                    </a:ext>
                  </a:extLst>
                </p14:cNvPr>
                <p14:cNvContentPartPr/>
                <p14:nvPr/>
              </p14:nvContentPartPr>
              <p14:xfrm>
                <a:off x="4099094" y="3087734"/>
                <a:ext cx="546480" cy="4788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6D73D142-9AEB-53AF-29AE-8632207089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92974" y="3081614"/>
                  <a:ext cx="558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DB9B6A3B-C06B-5217-BD80-BEFB302E8168}"/>
                    </a:ext>
                  </a:extLst>
                </p14:cNvPr>
                <p14:cNvContentPartPr/>
                <p14:nvPr/>
              </p14:nvContentPartPr>
              <p14:xfrm>
                <a:off x="4837454" y="3070094"/>
                <a:ext cx="86040" cy="9064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DB9B6A3B-C06B-5217-BD80-BEFB302E81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31334" y="3063974"/>
                  <a:ext cx="9828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4286B0BF-B27A-079E-DFB4-BCF9828CA870}"/>
                    </a:ext>
                  </a:extLst>
                </p14:cNvPr>
                <p14:cNvContentPartPr/>
                <p14:nvPr/>
              </p14:nvContentPartPr>
              <p14:xfrm>
                <a:off x="4869134" y="3051374"/>
                <a:ext cx="315000" cy="4186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4286B0BF-B27A-079E-DFB4-BCF9828CA8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63014" y="3045254"/>
                  <a:ext cx="327240" cy="43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68B0EC03-EFBD-B567-7B6D-4467F1B0ABEA}"/>
                  </a:ext>
                </a:extLst>
              </p14:cNvPr>
              <p14:cNvContentPartPr/>
              <p14:nvPr/>
            </p14:nvContentPartPr>
            <p14:xfrm>
              <a:off x="6213014" y="4402094"/>
              <a:ext cx="1440" cy="3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68B0EC03-EFBD-B567-7B6D-4467F1B0ABE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06894" y="4395974"/>
                <a:ext cx="136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755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 李</dc:creator>
  <cp:lastModifiedBy>白 李</cp:lastModifiedBy>
  <cp:revision>1</cp:revision>
  <dcterms:created xsi:type="dcterms:W3CDTF">2026-09-05T12:41:51Z</dcterms:created>
  <dcterms:modified xsi:type="dcterms:W3CDTF">2026-09-05T13:03:14Z</dcterms:modified>
</cp:coreProperties>
</file>